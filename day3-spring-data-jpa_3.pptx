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 day. Assume no JPA background. Every topic opens with a definition slide and a library analogy before any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Beginners: spend time here. An entity = a class whose objects are rows. Read each annotation comment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slide. The librarian analogy is the anchor: you name what you want, not how to find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typo in the method name failing at startup. For beginners this is reassuring: mistakes surface immediately, not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sorting-room analogy separates the API (Spring Data) from the engine (Hibernate). Beginners conflate the two constantly.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enable show-sql, run renameBook, point at the UPDATE. Then detach and show the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front-desk analogy: one place, one vocabulary. The green layer is the pattern; everything else is scenery.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lend() line by line. Beginners see for the first time where a business rule belongs.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ladder: derived methods → JPQL → native. Beginners should know the ladder exists before learning any rung deeply.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beginners: the :name placeholder is non-negotiable from day one. Show what injection looks like once, on the whiteboard, not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biography analogy carries LAZY perfectly: the card references it, you fetch on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turn on statistics, run the loop, count 101 queries. Add @EntityGraph, count 1. For beginners this is the single most valuable demo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stamp-and-register analogy: two writes that only make sense together. That is the entire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rollback demo: throw a checked exception mid-lend, show the Loan row committed anyway. Then add rollbackFor.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economics, not taste. Tier 1 fails in review; tier 3 fails in production on a Saturday.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a checklist against their own entities. The EAGER default row is the one beginners have already shipped without knowing.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N+1 and LazyInitializationException are the two every beginner will hit within a month. Point back at the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won't apply these yet — the goal is that they recognise the names when they meet them. Migrations first: it is the one they can adopt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lab brief and point forward: Day 4 gives this same library users, roles, and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 &amp;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— a small library — carried through all six topics.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topic: a plain-language definition first, then how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running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 library keeps track of. Every topic today lands on these.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 writes many books.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41648" y="23317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∞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69164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title · isbn · author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we lend 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44968" y="23317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∞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69164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7532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book · borrower · dueDate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what, until when.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10881360" cy="1874520"/>
          </a:xfrm>
          <a:prstGeom prst="roundRect">
            <a:avLst>
              <a:gd name="adj" fmla="val 2927"/>
            </a:avLst>
          </a:prstGeom>
          <a:solidFill>
            <a:srgbClr val="1A2E1B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922776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CLASS THAT IS ALSO A TABLE ROW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4206240"/>
            <a:ext cx="10479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                       // 'this class maps to a database table'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@Id @GeneratedValue Long id;                       // the primary key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title;                                      // a column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@ManyToOne(fetch = FetchType.LAZY) Author author;  // a foreign key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database without writing SQL.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that turns plain Java interfaces into working database queries. You declare what you want — findByTitle — and Spring writes and runs the SQL for you at runtime.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the librarian for 'books by Tolkien'. You don't tell her which shelf, which drawer, or how the catalogue works. She knows.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interface, Spring writes the query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97880" y="17465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BookRepository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extends JpaRepository&lt;Book, Long&gt;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2313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interface. No implementation class, no SQL.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8458200" y="2642616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0" y="2807208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916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generates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32278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findByTitle → select * from book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where title = 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startup, from the method name alone.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10800000">
            <a:off x="8458200" y="4123944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0" y="4288536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398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47091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List&lt;Book&gt; hits =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repo.findByTitle("The Hobbit");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5276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calling any Java method.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5943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idea: describe the question, not the lookup.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Spring Data JPA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method; Spring writes the query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3566160"/>
          </a:xfrm>
          <a:prstGeom prst="roundRect">
            <a:avLst>
              <a:gd name="adj" fmla="val 1538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56327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BookRepository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extends JpaRepository&lt;Book, Long&gt;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select ... from book where title like ?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List&lt;Book&gt; findByTitleContaining(String part);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walks the relation: book.author.name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List&lt;Book&gt; findByAuthorName(String name);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Page&lt;Book&gt; findByAuthorId(Long id, Pageable page);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Optional&lt;Book&gt; findByIsbn(String isbn);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95160" y="1645920"/>
            <a:ext cx="4526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for free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findById, findAll, delete, count — no implementation written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names parsed into queries at startup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Pageable → page number, size, and sort in one argument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Optional&lt;Book&gt; instead of a null check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findByAuthorName is fine. findByAuthorNameAndTitleContainingAndIsbnNotNull is a cry for help — we'll meet @Query soon.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Hibernate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does the actual database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is the counter you talk to; Hibernate is the machinery behind it. It tracks every object you load, notices what you change, and writes the SQL — often without being asked.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a returned book to the front desk. You never see the sorting room behind it — but that room is where the real work happens.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your objects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5727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4356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load a Book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keeps a private copy — a snapshot.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404872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265176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514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setTitle(...)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862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normal Java setter. No database call.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3483864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373075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35935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ends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941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compares object vs snapshot...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4562856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4809744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4672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the UPDATE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50200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saves exactly what changed. You never called save().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5806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dirty checking — and it surprises everyone once.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Hibernate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when you touch a 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2331720"/>
          </a:xfrm>
          <a:prstGeom prst="roundRect">
            <a:avLst>
              <a:gd name="adj" fmla="val 2353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CHECKING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5632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renameBook(Long id)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 b = repo.findById(id).orElseThrow();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b.setTitle("New Title");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 save() — Hibernate sees the change at commit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95160" y="164592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64592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41080" y="16459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Book() — Java only, DB has never heard of 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95160" y="2267712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26771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41080" y="226771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inside a transaction — watched by Hibernate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95160" y="2889504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88950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detached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41080" y="288950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closed — changes now go nowhere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5160" y="3511296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51129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41080" y="35112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for deletion at commit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43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beginners get bitten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managed objects auto-save. Change a detached Book and nothing happens — no error, no update, just silence. When JPA 'doesn't work', check which state your object is in first.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show-sql in dev and watch the UPDATE appear without a save() call. Seeing it once beats reading about it twice.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 front desk between your logic and the database.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pattern: all database access for one kind of thing goes through one interface, named in the language of your domain. Business code asks for Books — it never sees SQL, tables, or connections.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never wander the archive themselves. They ask the front desk — one place, one vocabulary, one queue.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knows the next one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35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LoanService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8978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 Anna borrow this?" — business rules live 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8458200" y="2304288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246888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578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897880" y="2926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me the book with this ISBN" — domain words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8458200" y="3447288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361188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721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897880" y="4069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that into SQL and runs 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8458200" y="4590288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475488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864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897880" y="5212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rows, indexes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5989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service ever mentions a table name, the pattern is broken.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Repository Pattern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speaks Book, not 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3703320"/>
          </a:xfrm>
          <a:prstGeom prst="roundRect">
            <a:avLst>
              <a:gd name="adj" fmla="val 1481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LIVES IN THE SERVICE — NOT THE REPOSITORY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56327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LoanService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BookRepository books;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LoanRepository loans;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@Transactional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lend(String isbn, String who)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business rule: max 5 books at once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(loans.countByBorrower(who) &gt;= 5)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LimitReached(who);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 b = books.findByIsbn(isbn)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.orElseThrow();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loans.save(new Loan(b, who));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95160" y="164592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layers honest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answer questions: find, count, save. They never decide.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decide: the 'max 5 loans' rule is business logic.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translate HTTP to service calls — nothing more.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 Each layer can be tested and changed alone.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smell test: if you moved to a different database tomorrow, only the repository layer should notice.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JPQL &amp;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Queries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queries, for questions method names can't say.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looks like SQL but queries your Java classes — Book and its fields — not tables. A native query is real SQL for your specific database, used when you need its full power.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requests fit the standard form at the desk. For odd ones, you write a note — in the library's language, or in warehouse jargon only this building understands.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languages for the same question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737360"/>
          </a:xfrm>
          <a:prstGeom prst="roundRect">
            <a:avLst>
              <a:gd name="adj" fmla="val 4211"/>
            </a:avLst>
          </a:prstGeom>
          <a:solidFill>
            <a:srgbClr val="1A2E1B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444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— about your classes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97880" y="178308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 from Book 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b.author.name = :name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'Book', 'author', 'name' = Java fields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3246120"/>
            <a:ext cx="585216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364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about your tables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97880" y="370332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b.* from book 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author a on a.id = b.author_id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7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'book', 'author_id' = database columns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5257800"/>
            <a:ext cx="5852160" cy="1005840"/>
          </a:xfrm>
          <a:prstGeom prst="roundRect">
            <a:avLst>
              <a:gd name="adj" fmla="val 7273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54132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method names. Graduate to JPQL when the question grows. Use native only when JPQL can't say 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— JPQL and Native Queries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two languages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overdue books by author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A2E1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39696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— ENTITIES AND FIELDS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5038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@Query("""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b from Book 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b.loans 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b.author.name = :name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l.dueDate &lt; :today""")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List&lt;Book&gt; overdue(String name, LocalDate today);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0116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1A2E1B"/>
          </a:solidFill>
          <a:ln/>
        </p:spPr>
      </p:sp>
      <p:sp>
        <p:nvSpPr>
          <p:cNvPr id="9" name="Text 7"/>
          <p:cNvSpPr/>
          <p:nvPr/>
        </p:nvSpPr>
        <p:spPr>
          <a:xfrm>
            <a:off x="6281928" y="2139696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TABLES AND COLUMNS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81928" y="2423160"/>
            <a:ext cx="5038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@Query(value = """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b.* from book 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loan l on l.book_id = b.id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... """,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nativeQuery = true)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List&lt;Book&gt; overdueRaw(String name, LocalDate d);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34340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57400" y="4343400"/>
            <a:ext cx="9235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· validated at startup · returns managed Books · uses the cache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2920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5029200"/>
            <a:ext cx="9235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power · tied to one database · manual mapping · bypasses the cache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every parameter with :name. Gluing user input into a query string is how libraries lose their catalogue.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object points to another — and when it gets loaded.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that tell JPA how classes connect: one Author has many Books; each Book has one Author. The catch is not the mapping — it is when the related data is actually fetched.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catalogue card lists the author's name — but not their whole biography. You fetch the biography only if someone asks. Imagine if every card lookup fetched it automatically.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you'll use daily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49640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Books → one Author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97880" y="1828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holds the reference. This side owns the foreign key column in the table.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97880" y="2423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Book:  author_id → 7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310896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4964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F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 → many Books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97880" y="36118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view: the Author's list of books. No extra column — it reuses the same key from the other side.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97880" y="4206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Author:  getBooks() → [b1, b2, …]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983480"/>
            <a:ext cx="5852160" cy="1280160"/>
          </a:xfrm>
          <a:prstGeom prst="roundRect">
            <a:avLst>
              <a:gd name="adj" fmla="val 5714"/>
            </a:avLst>
          </a:prstGeom>
          <a:solidFill>
            <a:srgbClr val="1A2E1B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51023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vs EAGER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97880" y="53949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= fetch the related data only when asked. EAGER = always fetch it, wanted or not. Default everything to LAZY — the next slide shows why.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— Entity Relationships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is two lines. The fetching is the lesson.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10512"/>
            <a:ext cx="50383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Book — owning side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@ManyToOne(fetch = LAZY)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 author;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Author — inverse side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@OneToMany(mappedBy = "author")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List&lt;Book&gt; books;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46520" y="169164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@ManyToOne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side — holds the FK column. Default is EAGER; always override to LAZY.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@OneToMany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mappedBy points at the owning field. LAZY already, and no extra column.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N+1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(Book b : bookRepo.findAll())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print(b.getAuthor().getName());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books → 1 query for the list, then 100 more for the authors. 101 trips to the database for one page.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34290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A2E1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566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one query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9319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@EntityGraph(attributePaths = "author")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List&lt;Book&gt; findAll();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or: select b from Book b join fetch b.author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fix N+1 by switching to EAGER — you move the cost to every query, you don't remove 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happens, or none of it does.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groups several database changes into one unit. If any step fails, everything rolls back to how it was. @Transactional draws that boundary around a method.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a book = stamp the card AND update the register. Doing only one leaves the library lying to itself. Both, or neither.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of 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4356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97880" y="17647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method starts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8458200" y="2258568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2404872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514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97880" y="284378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Book unavailable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8458200" y="3337560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3483864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5935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97880" y="39227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Loan row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8458200" y="4416552"/>
            <a:ext cx="274320" cy="118872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4562856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6725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— or ROLLBACK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97880" y="5001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changes land together — or an exception undoes both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5806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Half-done work is worse than no work — it looks like success.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— Transaction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a book is one unit of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035040" cy="3429000"/>
          </a:xfrm>
          <a:prstGeom prst="roundRect">
            <a:avLst>
              <a:gd name="adj" fmla="val 1600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73936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LOANSERVICE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56327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   // one tx: both saves, or neither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lend(String isbn, String who)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 b = books.findByIsbn(isbn).orElseThrow();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b.setAvailable(false);         // dirty checking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loans.save(new Loan(b, who));  // insert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  // commit here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@Transactional(readOnly = true)  // no dirty checking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List&lt;Book&gt; catalogue() { return books.findAll(); 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@Transactional(rollbackFor = LimitReached.class)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lendStrict(...) throws LimitReached { ...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95160" y="1691640"/>
            <a:ext cx="4526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beginners must know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@Transactional on the service method — one boundary per business action.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rolls back on RuntimeException. A checked exception commits unless you name it in rollbackFor.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= true on queries — cheaper, and it documents intent.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lend() from another method in the same class skips the proxy — no transaction, no rollback, no warning. We'll see this again in the pitfalls.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2E1B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-1188720"/>
            <a:ext cx="3108960" cy="310896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+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Pitfalls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stay cheap as the code grows.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style rules. These are choices whose cost appears later — in the test suite, the incident, the upgrade. Cheap to adopt now, expensive to retrofit. They come in three waves as you grow.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10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D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Shelving by a system. Any librarian finds a book on day one — and still can when the collection has tripled.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— adopt in this order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46304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453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3960" y="1453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 code review.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1783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and mapping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LAZY · Optional · bound parameters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898648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0F3F0"/>
          </a:solidFill>
          <a:ln w="12700">
            <a:solidFill>
              <a:srgbClr val="E2E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303580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2396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an afternoon.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3355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under load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· transactions · test slices · pagination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4471416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A2E1B"/>
          </a:solidFill>
          <a:ln w="12700">
            <a:solidFill>
              <a:srgbClr val="1A2E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4608576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23960" y="4599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 an incident.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4928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survives you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52943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· locking · pooling · bulk operations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6126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mistakes get quieter as you climb. Basic ones fail loudly; advanced ones fail at 03:00.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Basic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and mapping. Get these right before writing queries.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 ·  costs you a code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= LAZY on @ManyToOne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EAGER default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author on every Book, always.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Optional&lt;Book&gt; findByIsbn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null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NullPointerException three layers later.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params with :name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query strings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one line is enough.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on a business key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equals/hashCode on the @Id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 Sets — id is null before save.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validate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update anywhere shared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drifts silently; data stranded.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table names decided once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each dev guess naming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Books, BOOK_TBL in one schema.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caught by a reviewer who knows to look. That is what makes them basic — not that they are harmless.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Intermediate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under load. These appear once the app has real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·  costs you an afternoon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@EntityGraph / join fetch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a lazy relation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N+1: 101 queries for one page.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on the service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repo, or a self-called method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skipped — silently no transaction.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in the tx, return a DTO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lazy fields after commit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LazyInitializationException in the view.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open-in-view: false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default 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fire from the JSON serializer.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Pageable on list endpoints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findAll() returned to the client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50 rows; dies with 50,000.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@DataJpaTest for repositories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@SpringBootTest for everything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Four-minute suite nobody runs.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pass code review and pass in dev. They fail with production data volumes — which is why they cost an afternoon.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Advanced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outlives your code. These fail quietly, at the worst hour.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1A2E1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·  costs you an incident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50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/ Liquibase migrations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Hand-run SQL on prod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history, no rollback, no second env.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26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@Version optimistic locking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write wins, unnoticed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0266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librarians edit; one edit vanishes.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connection pool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pool + long transactions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exhausted; app hangs, DB idle.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ops via @Modifying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10k entities to update them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and hours for a one-line UPDATE.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what you query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ORM to 'handle it'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 on every findByIsbn.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0F3F0"/>
          </a:solidFill>
          <a:ln w="12700">
            <a:solidFill>
              <a:srgbClr val="E6EB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309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rollback paths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testing the happy path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330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failed lend() half-commits.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catches these in review. You catch them in a postmortem — or you decide them now, on purpose.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4754880" cy="475488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85623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is a class that is also a row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domain; the tables follow.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72491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is watching your objects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0358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objects save themselves. Know which state you're 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59359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deliberately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9044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everywhere; widen per use case with @EntityGraph.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46227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389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per business action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7731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writes land, or neither does.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330952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tiers on purpose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641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fails in review. Advanced fails at 03:00 — decide it now.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extend the library — add Reservation, and keep the query count flat.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2026-07-16T19:50:15Z</dcterms:created>
  <dcterms:modified xsi:type="dcterms:W3CDTF">2026-07-16T19:50:15Z</dcterms:modified>
</cp:coreProperties>
</file>